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749"/>
  </p:normalViewPr>
  <p:slideViewPr>
    <p:cSldViewPr snapToGrid="0">
      <p:cViewPr>
        <p:scale>
          <a:sx n="120" d="100"/>
          <a:sy n="120" d="100"/>
        </p:scale>
        <p:origin x="280" y="-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B770A-7354-5E13-7D86-19EE98B25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8B9BD1-61F9-C65E-6D5B-5030C1EA6D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6CBFE-7254-EAC3-4B8E-307037F9C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6D36-7E32-FF48-ADA0-01531421FC3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236C1-C297-34E5-3EF6-D2C96ABB3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D8951-ADBA-DBD1-6FD7-C23ADD321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DD4D8-0C5C-4540-B122-E0A701DF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8533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58C06-B458-E328-7030-53ED3F2C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D8188-EAD5-C89B-92DA-7622A26E4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73056D-0F45-F458-DFA0-BFEC36541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6D36-7E32-FF48-ADA0-01531421FC3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2C13E-5926-3DB6-022D-C68D8663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31054E-FCB5-B100-DE1E-4F112407C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DD4D8-0C5C-4540-B122-E0A701DF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9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AA769-5C2F-1CB9-D2EB-A109D4E59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5A838-62B7-BE5A-EB93-09991062D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49408-9B53-1600-CB92-A2F97D1B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6D36-7E32-FF48-ADA0-01531421FC3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669D1-4167-FF96-A8E8-9746FD192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FB5A2-DBAF-B398-B8D5-88D364F74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DD4D8-0C5C-4540-B122-E0A701DF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67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40BA9-8499-54EC-E074-52D6B98A3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9A409-0F3F-CBA6-D6C1-A60E3A9D7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E6917-1B15-0779-9DAE-2F80724D54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71D76-7A28-C1F4-AA25-131CF13ED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6D36-7E32-FF48-ADA0-01531421FC3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4B885-8A87-DA60-9608-DA09188B1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50EE0-5F31-6C97-26FC-3069A75DD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DD4D8-0C5C-4540-B122-E0A701DF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98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1F178-46F6-42C6-BC90-3C395D68D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D6AE6-687E-12D5-EF90-C7A169AE9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D3C658-062E-A6BE-0857-DA05E3A2C1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27A90E-1929-2E35-71A8-97414071E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8DEA8D-C3A8-5FAC-ADC6-025D200B9D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5B4642-246F-C5AF-3291-DF26E815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6D36-7E32-FF48-ADA0-01531421FC3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2BB63B-009F-2C07-33F3-7AF471DA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F0EAD3-144F-1959-0B77-C16F4BA3A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DD4D8-0C5C-4540-B122-E0A701DF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40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548C1-FF2F-C7E5-6105-F6665B4E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6E3EBF-73E4-A43F-933C-B6E2D64FC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6D36-7E32-FF48-ADA0-01531421FC3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E4F03-C5A3-0ED8-6E1F-EFDE19CA3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3B93AB-FDD0-E5F6-23E2-14A9B2FF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DD4D8-0C5C-4540-B122-E0A701DF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9289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D18897-2AAB-A8AB-2776-49497D980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6D36-7E32-FF48-ADA0-01531421FC3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59B19-4751-80DA-E730-287E0F360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692FFA-EC7C-D65F-4C52-0A89D3572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DD4D8-0C5C-4540-B122-E0A701DF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803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92636-C96B-EEDC-5F9A-CCB2013D7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553BC-5C28-C0B8-6AE6-D75BF78F7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188280-DC65-F566-3BA6-AD9F1F792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C36C33-7DA8-E2F9-6202-8A44F218B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6D36-7E32-FF48-ADA0-01531421FC3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C7F40-97FB-AA4C-5B80-D910CF01B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8CC0F-E0F1-46E0-B7C0-1836E358E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DD4D8-0C5C-4540-B122-E0A701DF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736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0C736-E26D-81DC-A556-C84BCB303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A4C7E8-76F0-2C83-F121-648699EA8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C2750-7EF6-1E14-7E62-57E496326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EDB58-C137-5303-34E8-C1A386B45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6D36-7E32-FF48-ADA0-01531421FC3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45F7D-EE23-EDCD-B7F3-B95A027B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ACC496-0EDD-75B4-65D0-E20587321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DD4D8-0C5C-4540-B122-E0A701DF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11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05D7C-0A53-1C9C-4AE3-9C8472154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77E50-C03F-59D6-4471-8997BBF1F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54F2F2-2BCB-D543-DF7A-2A06F49CA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6D36-7E32-FF48-ADA0-01531421FC3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FF55A0-5444-8335-A6ED-22E6EE109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9AB1B-9891-55AF-9560-33F7B3731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DD4D8-0C5C-4540-B122-E0A701DF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70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94F2B7-05C1-DA08-FAC1-00DF020786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D20AA3-AC9B-6A63-AC85-BC90E7D437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7AFAE-CDB9-E83A-1B79-D977447E3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66D36-7E32-FF48-ADA0-01531421FC3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5308A5-EB0E-F3FF-BD64-8578A00BC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4A144-C3DC-2842-7AFF-567CDCF8B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8DD4D8-0C5C-4540-B122-E0A701DF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13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C0592-729D-16AC-B72B-50FE3BAED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2F040-1E1E-1230-1186-A4B65F6A52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F912D-CF9F-D197-E519-1E9A42D341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866D36-7E32-FF48-ADA0-01531421FC33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15B0A-D4E5-1D4D-84AA-5EE717524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CCDDE-66BA-0CF6-DD7F-55ABA8FA85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8DD4D8-0C5C-4540-B122-E0A701DF3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5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BAB938-6525-BBFE-7718-AF7282AF3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29" y="1315325"/>
            <a:ext cx="7772400" cy="508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51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9DFD2-592A-1F0A-3817-7710D43D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DFFE12-B2D6-1039-A93D-12FC6E812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29" y="1315325"/>
            <a:ext cx="7772400" cy="50807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9B4C8FC-3943-F541-83D1-283A04087C18}"/>
              </a:ext>
            </a:extLst>
          </p:cNvPr>
          <p:cNvCxnSpPr>
            <a:cxnSpLocks/>
          </p:cNvCxnSpPr>
          <p:nvPr/>
        </p:nvCxnSpPr>
        <p:spPr>
          <a:xfrm flipV="1">
            <a:off x="6224337" y="1315325"/>
            <a:ext cx="0" cy="3519912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44489C-96BB-DB01-8E9C-37DE2EE686CF}"/>
              </a:ext>
            </a:extLst>
          </p:cNvPr>
          <p:cNvCxnSpPr>
            <a:cxnSpLocks/>
          </p:cNvCxnSpPr>
          <p:nvPr/>
        </p:nvCxnSpPr>
        <p:spPr>
          <a:xfrm flipV="1">
            <a:off x="3387046" y="1315325"/>
            <a:ext cx="0" cy="351991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F1CAC83-42B2-5D8A-626A-AD820D5FA9DC}"/>
              </a:ext>
            </a:extLst>
          </p:cNvPr>
          <p:cNvCxnSpPr>
            <a:cxnSpLocks/>
          </p:cNvCxnSpPr>
          <p:nvPr/>
        </p:nvCxnSpPr>
        <p:spPr>
          <a:xfrm flipV="1">
            <a:off x="9041749" y="1315325"/>
            <a:ext cx="0" cy="351991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ABBA2C0B-8450-9EA6-61C8-D110624AA559}"/>
              </a:ext>
            </a:extLst>
          </p:cNvPr>
          <p:cNvSpPr/>
          <p:nvPr/>
        </p:nvSpPr>
        <p:spPr>
          <a:xfrm>
            <a:off x="3046467" y="935603"/>
            <a:ext cx="675860" cy="379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3D7BCA4-2BA2-CFCE-8E2C-8E31EEE0010E}"/>
              </a:ext>
            </a:extLst>
          </p:cNvPr>
          <p:cNvSpPr/>
          <p:nvPr/>
        </p:nvSpPr>
        <p:spPr>
          <a:xfrm>
            <a:off x="8683941" y="924955"/>
            <a:ext cx="675860" cy="379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DFDB931-DC48-7F1A-B505-0E8B8F19A479}"/>
              </a:ext>
            </a:extLst>
          </p:cNvPr>
          <p:cNvSpPr/>
          <p:nvPr/>
        </p:nvSpPr>
        <p:spPr>
          <a:xfrm rot="16200000">
            <a:off x="5343068" y="3064565"/>
            <a:ext cx="1470991" cy="26239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Median</a:t>
            </a:r>
          </a:p>
        </p:txBody>
      </p:sp>
    </p:spTree>
    <p:extLst>
      <p:ext uri="{BB962C8B-B14F-4D97-AF65-F5344CB8AC3E}">
        <p14:creationId xmlns:p14="http://schemas.microsoft.com/office/powerpoint/2010/main" val="938083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60A3E-C2DE-EFD8-CABD-8717AE4FA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3B4E6E-55D5-F0EC-3145-BCBD0A486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29" y="1315325"/>
            <a:ext cx="7772400" cy="508079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6C64B7-3BA2-BAEC-5A5A-0A4D850680B9}"/>
              </a:ext>
            </a:extLst>
          </p:cNvPr>
          <p:cNvCxnSpPr>
            <a:cxnSpLocks/>
          </p:cNvCxnSpPr>
          <p:nvPr/>
        </p:nvCxnSpPr>
        <p:spPr>
          <a:xfrm flipV="1">
            <a:off x="6224337" y="1315325"/>
            <a:ext cx="0" cy="3519912"/>
          </a:xfrm>
          <a:prstGeom prst="lin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37BA7CA-FB55-1C8C-0690-FF580AE83458}"/>
              </a:ext>
            </a:extLst>
          </p:cNvPr>
          <p:cNvCxnSpPr>
            <a:cxnSpLocks/>
          </p:cNvCxnSpPr>
          <p:nvPr/>
        </p:nvCxnSpPr>
        <p:spPr>
          <a:xfrm flipV="1">
            <a:off x="3387046" y="1315325"/>
            <a:ext cx="0" cy="351991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C531C8A-24C2-6355-AB63-CC768A50C98F}"/>
              </a:ext>
            </a:extLst>
          </p:cNvPr>
          <p:cNvCxnSpPr>
            <a:cxnSpLocks/>
          </p:cNvCxnSpPr>
          <p:nvPr/>
        </p:nvCxnSpPr>
        <p:spPr>
          <a:xfrm flipV="1">
            <a:off x="9041749" y="1315325"/>
            <a:ext cx="0" cy="351991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648365F-7B8D-F76A-57F9-CA52860EB202}"/>
              </a:ext>
            </a:extLst>
          </p:cNvPr>
          <p:cNvCxnSpPr>
            <a:cxnSpLocks/>
          </p:cNvCxnSpPr>
          <p:nvPr/>
        </p:nvCxnSpPr>
        <p:spPr>
          <a:xfrm flipV="1">
            <a:off x="4787801" y="1315325"/>
            <a:ext cx="0" cy="351991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1FAEFA3-0CBF-9AE2-07C2-74DD58A8C03B}"/>
              </a:ext>
            </a:extLst>
          </p:cNvPr>
          <p:cNvCxnSpPr>
            <a:cxnSpLocks/>
          </p:cNvCxnSpPr>
          <p:nvPr/>
        </p:nvCxnSpPr>
        <p:spPr>
          <a:xfrm flipV="1">
            <a:off x="7627742" y="1315325"/>
            <a:ext cx="0" cy="3519912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18D35DB7-C37D-2001-4FC0-5BD615671203}"/>
              </a:ext>
            </a:extLst>
          </p:cNvPr>
          <p:cNvSpPr/>
          <p:nvPr/>
        </p:nvSpPr>
        <p:spPr>
          <a:xfrm>
            <a:off x="3620285" y="1681085"/>
            <a:ext cx="930302" cy="47707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25%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D7D6B77-26DC-36E3-AB6C-C6CD4FB92B94}"/>
              </a:ext>
            </a:extLst>
          </p:cNvPr>
          <p:cNvCxnSpPr/>
          <p:nvPr/>
        </p:nvCxnSpPr>
        <p:spPr>
          <a:xfrm flipH="1">
            <a:off x="3387046" y="1919624"/>
            <a:ext cx="2173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6BD6EE4-B52F-6AE6-78F7-C341637BA306}"/>
              </a:ext>
            </a:extLst>
          </p:cNvPr>
          <p:cNvCxnSpPr>
            <a:cxnSpLocks/>
          </p:cNvCxnSpPr>
          <p:nvPr/>
        </p:nvCxnSpPr>
        <p:spPr>
          <a:xfrm>
            <a:off x="4558538" y="1926959"/>
            <a:ext cx="2173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3DC5151-105D-62E1-F7AB-A04708B767C6}"/>
              </a:ext>
            </a:extLst>
          </p:cNvPr>
          <p:cNvSpPr/>
          <p:nvPr/>
        </p:nvSpPr>
        <p:spPr>
          <a:xfrm>
            <a:off x="5040918" y="1681085"/>
            <a:ext cx="930302" cy="47707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25%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78B21EB-17DF-8B8B-85C2-FD66563E23E6}"/>
              </a:ext>
            </a:extLst>
          </p:cNvPr>
          <p:cNvCxnSpPr/>
          <p:nvPr/>
        </p:nvCxnSpPr>
        <p:spPr>
          <a:xfrm flipH="1">
            <a:off x="4807679" y="1919624"/>
            <a:ext cx="2173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7B7D37F-5201-222F-9537-2BEAF3A5FED5}"/>
              </a:ext>
            </a:extLst>
          </p:cNvPr>
          <p:cNvCxnSpPr>
            <a:cxnSpLocks/>
          </p:cNvCxnSpPr>
          <p:nvPr/>
        </p:nvCxnSpPr>
        <p:spPr>
          <a:xfrm>
            <a:off x="5979171" y="1926959"/>
            <a:ext cx="2173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762BEC50-D672-74E6-32C7-A7206557FC6D}"/>
              </a:ext>
            </a:extLst>
          </p:cNvPr>
          <p:cNvSpPr/>
          <p:nvPr/>
        </p:nvSpPr>
        <p:spPr>
          <a:xfrm>
            <a:off x="6477453" y="1681084"/>
            <a:ext cx="930302" cy="47707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25%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B93C47-4B1F-956C-17C6-8B7892F0CBE9}"/>
              </a:ext>
            </a:extLst>
          </p:cNvPr>
          <p:cNvCxnSpPr/>
          <p:nvPr/>
        </p:nvCxnSpPr>
        <p:spPr>
          <a:xfrm flipH="1">
            <a:off x="6244214" y="1919623"/>
            <a:ext cx="2173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148F29F-00A6-8CAE-4384-4995A06EDBFD}"/>
              </a:ext>
            </a:extLst>
          </p:cNvPr>
          <p:cNvCxnSpPr>
            <a:cxnSpLocks/>
          </p:cNvCxnSpPr>
          <p:nvPr/>
        </p:nvCxnSpPr>
        <p:spPr>
          <a:xfrm>
            <a:off x="7415706" y="1926958"/>
            <a:ext cx="2173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8709317E-FB35-893E-DCE1-2946742DE7BB}"/>
              </a:ext>
            </a:extLst>
          </p:cNvPr>
          <p:cNvSpPr/>
          <p:nvPr/>
        </p:nvSpPr>
        <p:spPr>
          <a:xfrm>
            <a:off x="7880857" y="1688418"/>
            <a:ext cx="930302" cy="47707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25%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831EC9D-2D38-A167-1133-64EBEC32A7A9}"/>
              </a:ext>
            </a:extLst>
          </p:cNvPr>
          <p:cNvCxnSpPr/>
          <p:nvPr/>
        </p:nvCxnSpPr>
        <p:spPr>
          <a:xfrm flipH="1">
            <a:off x="7647618" y="1926957"/>
            <a:ext cx="2173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BCEA25B-7B57-CE0D-7537-B15C0E668FF1}"/>
              </a:ext>
            </a:extLst>
          </p:cNvPr>
          <p:cNvCxnSpPr>
            <a:cxnSpLocks/>
          </p:cNvCxnSpPr>
          <p:nvPr/>
        </p:nvCxnSpPr>
        <p:spPr>
          <a:xfrm>
            <a:off x="8819110" y="1934292"/>
            <a:ext cx="217337" cy="0"/>
          </a:xfrm>
          <a:prstGeom prst="straightConnector1">
            <a:avLst/>
          </a:prstGeom>
          <a:ln w="5715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07CA1B00-B563-6D94-CFA7-85097C1C1851}"/>
              </a:ext>
            </a:extLst>
          </p:cNvPr>
          <p:cNvSpPr/>
          <p:nvPr/>
        </p:nvSpPr>
        <p:spPr>
          <a:xfrm>
            <a:off x="3046467" y="935603"/>
            <a:ext cx="675860" cy="379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Min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BFD1C38-4A57-4466-232F-DE7CF02B2FEC}"/>
              </a:ext>
            </a:extLst>
          </p:cNvPr>
          <p:cNvSpPr/>
          <p:nvPr/>
        </p:nvSpPr>
        <p:spPr>
          <a:xfrm>
            <a:off x="4437945" y="928622"/>
            <a:ext cx="675860" cy="379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1Q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928CE72-A43F-6ABA-69FD-AD89E522C161}"/>
              </a:ext>
            </a:extLst>
          </p:cNvPr>
          <p:cNvSpPr/>
          <p:nvPr/>
        </p:nvSpPr>
        <p:spPr>
          <a:xfrm>
            <a:off x="5899660" y="935603"/>
            <a:ext cx="675860" cy="379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2Q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6BE87F-6A41-B8FD-310C-1E97C53A65E3}"/>
              </a:ext>
            </a:extLst>
          </p:cNvPr>
          <p:cNvSpPr/>
          <p:nvPr/>
        </p:nvSpPr>
        <p:spPr>
          <a:xfrm>
            <a:off x="7291138" y="932289"/>
            <a:ext cx="675860" cy="379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3Q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490A1C-60D6-34B8-4CEB-3AF99C0AAF22}"/>
              </a:ext>
            </a:extLst>
          </p:cNvPr>
          <p:cNvSpPr/>
          <p:nvPr/>
        </p:nvSpPr>
        <p:spPr>
          <a:xfrm>
            <a:off x="8683941" y="924955"/>
            <a:ext cx="675860" cy="37972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Max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2DAC92A-22CF-8539-7CE7-5EC2A23AE82D}"/>
              </a:ext>
            </a:extLst>
          </p:cNvPr>
          <p:cNvSpPr/>
          <p:nvPr/>
        </p:nvSpPr>
        <p:spPr>
          <a:xfrm rot="16200000">
            <a:off x="5343068" y="3064565"/>
            <a:ext cx="1470991" cy="262393"/>
          </a:xfrm>
          <a:prstGeom prst="rect">
            <a:avLst/>
          </a:prstGeom>
          <a:noFill/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Median</a:t>
            </a:r>
          </a:p>
        </p:txBody>
      </p:sp>
    </p:spTree>
    <p:extLst>
      <p:ext uri="{BB962C8B-B14F-4D97-AF65-F5344CB8AC3E}">
        <p14:creationId xmlns:p14="http://schemas.microsoft.com/office/powerpoint/2010/main" val="3388357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</Words>
  <Application>Microsoft Macintosh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Langton</dc:creator>
  <cp:lastModifiedBy>Samuel Langton</cp:lastModifiedBy>
  <cp:revision>3</cp:revision>
  <dcterms:created xsi:type="dcterms:W3CDTF">2025-10-07T11:44:51Z</dcterms:created>
  <dcterms:modified xsi:type="dcterms:W3CDTF">2025-10-07T12:06:01Z</dcterms:modified>
</cp:coreProperties>
</file>